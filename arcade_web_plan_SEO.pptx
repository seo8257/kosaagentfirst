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22860" cy="22860"/>
          </a:xfrm>
          <a:prstGeom prst="ellipse">
            <a:avLst/>
          </a:prstGeom>
          <a:solidFill>
            <a:srgbClr val="FFFFFF">
              <a:alpha val="8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645920"/>
            <a:ext cx="22860" cy="22860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640080"/>
            <a:ext cx="36576" cy="36576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274320"/>
            <a:ext cx="22860" cy="22860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457200"/>
            <a:ext cx="22860" cy="22860"/>
          </a:xfrm>
          <a:prstGeom prst="ellipse">
            <a:avLst/>
          </a:prstGeom>
          <a:solidFill>
            <a:srgbClr val="FFFFFF">
              <a:alpha val="7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914400"/>
            <a:ext cx="36576" cy="36576"/>
          </a:xfrm>
          <a:prstGeom prst="ellipse">
            <a:avLst/>
          </a:prstGeom>
          <a:solidFill>
            <a:srgbClr val="FFFFFF">
              <a:alpha val="8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731520"/>
            <a:ext cx="22860" cy="22860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114800"/>
            <a:ext cx="36576" cy="36576"/>
          </a:xfrm>
          <a:prstGeom prst="ellipse">
            <a:avLst/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34747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4480560"/>
            <a:ext cx="36576" cy="36576"/>
          </a:xfrm>
          <a:prstGeom prst="ellipse">
            <a:avLst/>
          </a:prstGeom>
          <a:solidFill>
            <a:srgbClr val="FFFFFF">
              <a:alpha val="8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4754880"/>
            <a:ext cx="22860" cy="228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3931920"/>
            <a:ext cx="22860" cy="22860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2651760"/>
            <a:ext cx="36576" cy="36576"/>
          </a:xfrm>
          <a:prstGeom prst="ellipse">
            <a:avLst/>
          </a:prstGeom>
          <a:solidFill>
            <a:srgbClr val="FFFFFF">
              <a:alpha val="6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834640"/>
            <a:ext cx="36576" cy="36576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438912" cy="54864"/>
          </a:xfrm>
          <a:prstGeom prst="rect">
            <a:avLst/>
          </a:prstGeom>
          <a:solidFill>
            <a:srgbClr val="534AB7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0"/>
            <a:ext cx="438912" cy="54864"/>
          </a:xfrm>
          <a:prstGeom prst="rect">
            <a:avLst/>
          </a:prstGeom>
          <a:solidFill>
            <a:srgbClr val="0F6E56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0"/>
            <a:ext cx="438912" cy="54864"/>
          </a:xfrm>
          <a:prstGeom prst="rect">
            <a:avLst/>
          </a:prstGeom>
          <a:solidFill>
            <a:srgbClr val="854F0B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0"/>
            <a:ext cx="438912" cy="54864"/>
          </a:xfrm>
          <a:prstGeom prst="rect">
            <a:avLst/>
          </a:prstGeom>
          <a:solidFill>
            <a:srgbClr val="993C1D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0"/>
            <a:ext cx="438912" cy="54864"/>
          </a:xfrm>
          <a:prstGeom prst="rect">
            <a:avLst/>
          </a:prstGeom>
          <a:solidFill>
            <a:srgbClr val="534AB7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0"/>
            <a:ext cx="438912" cy="54864"/>
          </a:xfrm>
          <a:prstGeom prst="rect">
            <a:avLst/>
          </a:prstGeom>
          <a:solidFill>
            <a:srgbClr val="0F6E56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0"/>
            <a:ext cx="438912" cy="54864"/>
          </a:xfrm>
          <a:prstGeom prst="rect">
            <a:avLst/>
          </a:prstGeom>
          <a:solidFill>
            <a:srgbClr val="854F0B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0"/>
            <a:ext cx="438912" cy="54864"/>
          </a:xfrm>
          <a:prstGeom prst="rect">
            <a:avLst/>
          </a:prstGeom>
          <a:solidFill>
            <a:srgbClr val="993C1D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0"/>
            <a:ext cx="438912" cy="54864"/>
          </a:xfrm>
          <a:prstGeom prst="rect">
            <a:avLst/>
          </a:prstGeom>
          <a:solidFill>
            <a:srgbClr val="534AB7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0"/>
            <a:ext cx="438912" cy="54864"/>
          </a:xfrm>
          <a:prstGeom prst="rect">
            <a:avLst/>
          </a:prstGeom>
          <a:solidFill>
            <a:srgbClr val="0F6E56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0"/>
            <a:ext cx="438912" cy="54864"/>
          </a:xfrm>
          <a:prstGeom prst="rect">
            <a:avLst/>
          </a:prstGeom>
          <a:solidFill>
            <a:srgbClr val="854F0B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0"/>
            <a:ext cx="438912" cy="54864"/>
          </a:xfrm>
          <a:prstGeom prst="rect">
            <a:avLst/>
          </a:prstGeom>
          <a:solidFill>
            <a:srgbClr val="993C1D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0"/>
            <a:ext cx="438912" cy="54864"/>
          </a:xfrm>
          <a:prstGeom prst="rect">
            <a:avLst/>
          </a:prstGeom>
          <a:solidFill>
            <a:srgbClr val="534AB7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0"/>
            <a:ext cx="438912" cy="54864"/>
          </a:xfrm>
          <a:prstGeom prst="rect">
            <a:avLst/>
          </a:prstGeom>
          <a:solidFill>
            <a:srgbClr val="0F6E56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0"/>
            <a:ext cx="438912" cy="54864"/>
          </a:xfrm>
          <a:prstGeom prst="rect">
            <a:avLst/>
          </a:prstGeom>
          <a:solidFill>
            <a:srgbClr val="854F0B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0"/>
            <a:ext cx="438912" cy="54864"/>
          </a:xfrm>
          <a:prstGeom prst="rect">
            <a:avLst/>
          </a:prstGeom>
          <a:solidFill>
            <a:srgbClr val="993C1D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0"/>
            <a:ext cx="438912" cy="54864"/>
          </a:xfrm>
          <a:prstGeom prst="rect">
            <a:avLst/>
          </a:prstGeom>
          <a:solidFill>
            <a:srgbClr val="534AB7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0"/>
            <a:ext cx="438912" cy="54864"/>
          </a:xfrm>
          <a:prstGeom prst="rect">
            <a:avLst/>
          </a:prstGeom>
          <a:solidFill>
            <a:srgbClr val="0F6E56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0"/>
            <a:ext cx="438912" cy="54864"/>
          </a:xfrm>
          <a:prstGeom prst="rect">
            <a:avLst/>
          </a:prstGeom>
          <a:solidFill>
            <a:srgbClr val="854F0B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0" y="0"/>
            <a:ext cx="438912" cy="54864"/>
          </a:xfrm>
          <a:prstGeom prst="rect">
            <a:avLst/>
          </a:prstGeom>
          <a:solidFill>
            <a:srgbClr val="993C1D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추억의 오락실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4분할 웹 서비스 기획서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2286000" y="2606040"/>
            <a:ext cx="45720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94360" y="29718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534AB7">
              <a:alpha val="80000"/>
            </a:srgbClr>
          </a:solidFill>
          <a:ln w="19050">
            <a:solidFill>
              <a:srgbClr val="AFA9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갤러그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94360" y="3319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78608" y="29718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0F6E56">
              <a:alpha val="80000"/>
            </a:srgbClr>
          </a:solidFill>
          <a:ln w="19050">
            <a:solidFill>
              <a:srgbClr val="5DCA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78608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테트리스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578608" y="3319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62856" y="29718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854F0B">
              <a:alpha val="80000"/>
            </a:srgbClr>
          </a:solidFill>
          <a:ln w="19050">
            <a:solidFill>
              <a:srgbClr val="EF9F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62856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팩맨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62856" y="3319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47104" y="29718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993C1D">
              <a:alpha val="80000"/>
            </a:srgbClr>
          </a:solidFill>
          <a:ln w="19050">
            <a:solidFill>
              <a:srgbClr val="F099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47104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스페이스 인베이더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547104" y="3319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 · Web Audio API · 레트로 픽셀 디자인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5088636"/>
            <a:ext cx="438912" cy="54864"/>
          </a:xfrm>
          <a:prstGeom prst="rect">
            <a:avLst/>
          </a:prstGeom>
          <a:solidFill>
            <a:srgbClr val="534AB7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5088636"/>
            <a:ext cx="438912" cy="54864"/>
          </a:xfrm>
          <a:prstGeom prst="rect">
            <a:avLst/>
          </a:prstGeom>
          <a:solidFill>
            <a:srgbClr val="0F6E56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400" y="5088636"/>
            <a:ext cx="438912" cy="54864"/>
          </a:xfrm>
          <a:prstGeom prst="rect">
            <a:avLst/>
          </a:prstGeom>
          <a:solidFill>
            <a:srgbClr val="854F0B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5088636"/>
            <a:ext cx="438912" cy="54864"/>
          </a:xfrm>
          <a:prstGeom prst="rect">
            <a:avLst/>
          </a:prstGeom>
          <a:solidFill>
            <a:srgbClr val="993C1D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28800" y="5088636"/>
            <a:ext cx="438912" cy="54864"/>
          </a:xfrm>
          <a:prstGeom prst="rect">
            <a:avLst/>
          </a:prstGeom>
          <a:solidFill>
            <a:srgbClr val="534AB7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0" y="5088636"/>
            <a:ext cx="438912" cy="54864"/>
          </a:xfrm>
          <a:prstGeom prst="rect">
            <a:avLst/>
          </a:prstGeom>
          <a:solidFill>
            <a:srgbClr val="0F6E56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0" y="5088636"/>
            <a:ext cx="438912" cy="54864"/>
          </a:xfrm>
          <a:prstGeom prst="rect">
            <a:avLst/>
          </a:prstGeom>
          <a:solidFill>
            <a:srgbClr val="854F0B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0" y="5088636"/>
            <a:ext cx="438912" cy="54864"/>
          </a:xfrm>
          <a:prstGeom prst="rect">
            <a:avLst/>
          </a:prstGeom>
          <a:solidFill>
            <a:srgbClr val="993C1D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0" y="5088636"/>
            <a:ext cx="438912" cy="54864"/>
          </a:xfrm>
          <a:prstGeom prst="rect">
            <a:avLst/>
          </a:prstGeom>
          <a:solidFill>
            <a:srgbClr val="534AB7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14800" y="5088636"/>
            <a:ext cx="438912" cy="54864"/>
          </a:xfrm>
          <a:prstGeom prst="rect">
            <a:avLst/>
          </a:prstGeom>
          <a:solidFill>
            <a:srgbClr val="0F6E56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0" y="5088636"/>
            <a:ext cx="438912" cy="54864"/>
          </a:xfrm>
          <a:prstGeom prst="rect">
            <a:avLst/>
          </a:prstGeom>
          <a:solidFill>
            <a:srgbClr val="854F0B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29200" y="5088636"/>
            <a:ext cx="438912" cy="54864"/>
          </a:xfrm>
          <a:prstGeom prst="rect">
            <a:avLst/>
          </a:prstGeom>
          <a:solidFill>
            <a:srgbClr val="993C1D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0" y="5088636"/>
            <a:ext cx="438912" cy="54864"/>
          </a:xfrm>
          <a:prstGeom prst="rect">
            <a:avLst/>
          </a:prstGeom>
          <a:solidFill>
            <a:srgbClr val="534AB7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43600" y="5088636"/>
            <a:ext cx="438912" cy="54864"/>
          </a:xfrm>
          <a:prstGeom prst="rect">
            <a:avLst/>
          </a:prstGeom>
          <a:solidFill>
            <a:srgbClr val="0F6E56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00800" y="5088636"/>
            <a:ext cx="438912" cy="54864"/>
          </a:xfrm>
          <a:prstGeom prst="rect">
            <a:avLst/>
          </a:prstGeom>
          <a:solidFill>
            <a:srgbClr val="854F0B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58000" y="5088636"/>
            <a:ext cx="438912" cy="54864"/>
          </a:xfrm>
          <a:prstGeom prst="rect">
            <a:avLst/>
          </a:prstGeom>
          <a:solidFill>
            <a:srgbClr val="993C1D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15200" y="5088636"/>
            <a:ext cx="438912" cy="54864"/>
          </a:xfrm>
          <a:prstGeom prst="rect">
            <a:avLst/>
          </a:prstGeom>
          <a:solidFill>
            <a:srgbClr val="534AB7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72400" y="5088636"/>
            <a:ext cx="438912" cy="54864"/>
          </a:xfrm>
          <a:prstGeom prst="rect">
            <a:avLst/>
          </a:prstGeom>
          <a:solidFill>
            <a:srgbClr val="0F6E56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29600" y="5088636"/>
            <a:ext cx="438912" cy="54864"/>
          </a:xfrm>
          <a:prstGeom prst="rect">
            <a:avLst/>
          </a:prstGeom>
          <a:solidFill>
            <a:srgbClr val="854F0B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088636"/>
            <a:ext cx="438912" cy="54864"/>
          </a:xfrm>
          <a:prstGeom prst="rect">
            <a:avLst/>
          </a:prstGeom>
          <a:solidFill>
            <a:srgbClr val="993C1D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레이아웃 구성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화면 — 4분할 2×2 그리드 레이아웃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EEEDFE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63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53619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갤러그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슈팅 · 1981 · Namco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534AB7">
              <a:alpha val="8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68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화면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E1F5EE"/>
          </a:solidFill>
          <a:ln w="1905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463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53619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테트리스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퍼즐 · 1984 · Pajitnov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24688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0F6E56">
              <a:alpha val="80000"/>
            </a:srgbClr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468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화면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AEEDA"/>
          </a:solidFill>
          <a:ln w="19050">
            <a:solidFill>
              <a:srgbClr val="854F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291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336499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미로 · 1980 · Namco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854F0B">
              <a:alpha val="80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97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화면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AECE7"/>
          </a:solidFill>
          <a:ln w="19050">
            <a:solidFill>
              <a:srgbClr val="993C1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3291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77840" y="336499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스페이스 인베이더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7784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슈팅 · 1978 · Taito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42976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993C1D">
              <a:alpha val="80000"/>
            </a:srgbClr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4297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화면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게임별 화면 기획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4206240" cy="2286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갤러그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Namco · 1981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우주 스크롤 / 별빛 파티클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56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UI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8562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생명수 · 스테이지 · 편대 형성 애니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579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인터랙션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21579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←→ 이동 / Space 발사 / 더블샷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459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24597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캡처 / 도전 스테이지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96012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234440"/>
            <a:ext cx="4206240" cy="2286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0424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테트리스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10424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Pajitnov · 1984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15544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어두운 격자 / 네온 블록 색상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1856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UI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18562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블록 미리보기 · 레벨 · 라인수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1579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인터랙션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52160" y="21579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←→ 이동 / ↑ 회전 / ↓ 소프트드롭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459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0" y="24597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7종 테트로미노 / 테트리스 보너스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175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1752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291840"/>
            <a:ext cx="4206240" cy="2286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998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팩맨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1480" y="3099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Namco · 1980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3611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6118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파란 미로 / 점 배치 맵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3913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UI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71600" y="39136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· 잔기 · 과일 아이템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4215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인터랙션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42153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방향키 이동 / 파워팰릿 활용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4517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371600" y="45171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4종 고스트 AI / 과일 보너스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0175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01752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291840"/>
            <a:ext cx="4206240" cy="22860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0998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스페이스 인베이더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892040" y="3099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Taito · 1978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92040" y="3611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52160" y="36118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 우주 / 픽셀 에일리언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92040" y="3913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UI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52160" y="39136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· 크레딧 · 방어막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92040" y="4215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인터랙션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52160" y="42153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←→ 이동 / Space 발사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92040" y="4517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852160" y="45171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웨이브 패턴 / 방어막 전략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화면 구성 요소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6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70432"/>
            <a:ext cx="475488" cy="475488"/>
          </a:xfrm>
          <a:prstGeom prst="ellipse">
            <a:avLst/>
          </a:prstGeom>
          <a:solidFill>
            <a:srgbClr val="534AB7">
              <a:alpha val="18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레트로 동전 투입 UI로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시작 트리거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4408" y="1005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6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47288" y="1170432"/>
            <a:ext cx="475488" cy="475488"/>
          </a:xfrm>
          <a:prstGeom prst="ellipse">
            <a:avLst/>
          </a:prstGeom>
          <a:solidFill>
            <a:srgbClr val="0F6E56">
              <a:alpha val="18000"/>
            </a:srgbClr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41648" y="11887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스코어보드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16642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게임별 최고 기록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닉네임 등록 지원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005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6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1170432"/>
            <a:ext cx="475488" cy="475488"/>
          </a:xfrm>
          <a:prstGeom prst="ellipse">
            <a:avLst/>
          </a:prstGeom>
          <a:solidFill>
            <a:srgbClr val="854F0B">
              <a:alpha val="18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11887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 토글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6642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8비트 레트로 사운드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ON/OFF 전환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6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816352"/>
            <a:ext cx="475488" cy="475488"/>
          </a:xfrm>
          <a:prstGeom prst="ellipse">
            <a:avLst/>
          </a:prstGeom>
          <a:solidFill>
            <a:srgbClr val="993C1D">
              <a:alpha val="18000"/>
            </a:srgbClr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⛶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전체화면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3101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셀 클릭 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풀스크린 전환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64408" y="26517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6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47288" y="2816352"/>
            <a:ext cx="475488" cy="475488"/>
          </a:xfrm>
          <a:prstGeom prst="ellipse">
            <a:avLst/>
          </a:prstGeom>
          <a:solidFill>
            <a:srgbClr val="534AB7">
              <a:alpha val="18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041648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조작키 안내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01568" y="33101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키보드 단축키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오버레이 표시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26517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6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2816352"/>
            <a:ext cx="475488" cy="475488"/>
          </a:xfrm>
          <a:prstGeom prst="ellipse">
            <a:avLst/>
          </a:prstGeom>
          <a:solidFill>
            <a:srgbClr val="0F6E56">
              <a:alpha val="18000"/>
            </a:srgbClr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©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49440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크레딧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3101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오리지널 게임사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 안내 표기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976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"INSERT COIN TO PLAY"  —  모든 게임 공통 진입 경험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사이트맵 &amp; 기술 스택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F0F1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371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(4분할)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EEED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2860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갤러그 화면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228600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테트리스 화면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228600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FAEE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팩맨 화면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E8E6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200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랭킹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32004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E8E6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3200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1755648"/>
            <a:ext cx="0" cy="530352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14400" y="2286000"/>
            <a:ext cx="0" cy="91440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148840" y="2286000"/>
            <a:ext cx="0" cy="91440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14400" y="1828800"/>
            <a:ext cx="31089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8F7FC"/>
          </a:solidFill>
          <a:ln w="19050">
            <a:solidFill>
              <a:srgbClr val="534A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572768"/>
            <a:ext cx="1920240" cy="1828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18288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 Canvas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1762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JavaScript ES6+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52374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Grid / Flex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137160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8F7FC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1572768"/>
            <a:ext cx="1920240" cy="1828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엔진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18288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Canvas 2D API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21762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requestAnimationFrame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252374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충돌 감지 로직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29184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8F7FC"/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2918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493008"/>
            <a:ext cx="1920240" cy="18288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291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사운드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37490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Audio API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40965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8비트 BGM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4443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효과음 시스템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03720" y="329184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8F7FC"/>
          </a:solidFill>
          <a:ln w="19050">
            <a:solidFill>
              <a:srgbClr val="993C1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03720" y="32918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03720" y="3493008"/>
            <a:ext cx="1920240" cy="18288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3291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저장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40880" y="37490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LocalStorage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40965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스코어 JSON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040880" y="4443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닉네임 DB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일정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5주 개발 계획 (예상)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234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57400" y="1188720"/>
            <a:ext cx="66751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261872"/>
            <a:ext cx="1298448" cy="402336"/>
          </a:xfrm>
          <a:prstGeom prst="roundRect">
            <a:avLst>
              <a:gd name="adj" fmla="val 11364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2618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· UI 설계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17190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와이어프레임, 레이아웃 확정, 공통 컴포넌트 설계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2-3주차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57400" y="2103120"/>
            <a:ext cx="66751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176272"/>
            <a:ext cx="2670048" cy="402336"/>
          </a:xfrm>
          <a:prstGeom prst="roundRect">
            <a:avLst>
              <a:gd name="adj" fmla="val 11364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1762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로직 개발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6334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게임 Canvas 구현, 충돌 감지, 레벨 시스템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0632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57400" y="3017520"/>
            <a:ext cx="66751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090672"/>
            <a:ext cx="1298448" cy="402336"/>
          </a:xfrm>
          <a:prstGeom prst="roundRect">
            <a:avLst>
              <a:gd name="adj" fmla="val 11364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0906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사운드 통합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35478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레트로 디자인 적용, BGM/효과음, 스코어보드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977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57400" y="3931920"/>
            <a:ext cx="66751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4005072"/>
            <a:ext cx="1024128" cy="402336"/>
          </a:xfrm>
          <a:prstGeom prst="roundRect">
            <a:avLst>
              <a:gd name="adj" fmla="val 11364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40050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· 최적화 · 배포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44622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크로스 브라우저 테스트, 퍼포먼스 최적화, 배포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736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0" y="47548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6352" y="4736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7548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4736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47548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22592" y="4736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" cy="54864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438912" cy="54864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438912" cy="54864"/>
          </a:xfrm>
          <a:prstGeom prst="rect">
            <a:avLst/>
          </a:prstGeom>
          <a:solidFill>
            <a:srgbClr val="0F6E56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88636"/>
            <a:ext cx="438912" cy="54864"/>
          </a:xfrm>
          <a:prstGeom prst="rect">
            <a:avLst/>
          </a:prstGeom>
          <a:solidFill>
            <a:srgbClr val="0F6E56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438912" cy="54864"/>
          </a:xfrm>
          <a:prstGeom prst="rect">
            <a:avLst/>
          </a:prstGeom>
          <a:solidFill>
            <a:srgbClr val="854F0B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088636"/>
            <a:ext cx="438912" cy="54864"/>
          </a:xfrm>
          <a:prstGeom prst="rect">
            <a:avLst/>
          </a:prstGeom>
          <a:solidFill>
            <a:srgbClr val="854F0B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0"/>
            <a:ext cx="438912" cy="54864"/>
          </a:xfrm>
          <a:prstGeom prst="rect">
            <a:avLst/>
          </a:prstGeom>
          <a:solidFill>
            <a:srgbClr val="993C1D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5088636"/>
            <a:ext cx="438912" cy="54864"/>
          </a:xfrm>
          <a:prstGeom prst="rect">
            <a:avLst/>
          </a:prstGeom>
          <a:solidFill>
            <a:srgbClr val="993C1D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438912" cy="54864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5088636"/>
            <a:ext cx="438912" cy="54864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0"/>
            <a:ext cx="438912" cy="54864"/>
          </a:xfrm>
          <a:prstGeom prst="rect">
            <a:avLst/>
          </a:prstGeom>
          <a:solidFill>
            <a:srgbClr val="0F6E56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5088636"/>
            <a:ext cx="438912" cy="54864"/>
          </a:xfrm>
          <a:prstGeom prst="rect">
            <a:avLst/>
          </a:prstGeom>
          <a:solidFill>
            <a:srgbClr val="0F6E56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0"/>
            <a:ext cx="438912" cy="54864"/>
          </a:xfrm>
          <a:prstGeom prst="rect">
            <a:avLst/>
          </a:prstGeom>
          <a:solidFill>
            <a:srgbClr val="854F0B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5088636"/>
            <a:ext cx="438912" cy="54864"/>
          </a:xfrm>
          <a:prstGeom prst="rect">
            <a:avLst/>
          </a:prstGeom>
          <a:solidFill>
            <a:srgbClr val="854F0B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0"/>
            <a:ext cx="438912" cy="54864"/>
          </a:xfrm>
          <a:prstGeom prst="rect">
            <a:avLst/>
          </a:prstGeom>
          <a:solidFill>
            <a:srgbClr val="993C1D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5088636"/>
            <a:ext cx="438912" cy="54864"/>
          </a:xfrm>
          <a:prstGeom prst="rect">
            <a:avLst/>
          </a:prstGeom>
          <a:solidFill>
            <a:srgbClr val="993C1D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0"/>
            <a:ext cx="438912" cy="54864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5088636"/>
            <a:ext cx="438912" cy="54864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0"/>
            <a:ext cx="438912" cy="54864"/>
          </a:xfrm>
          <a:prstGeom prst="rect">
            <a:avLst/>
          </a:prstGeom>
          <a:solidFill>
            <a:srgbClr val="0F6E56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5088636"/>
            <a:ext cx="438912" cy="54864"/>
          </a:xfrm>
          <a:prstGeom prst="rect">
            <a:avLst/>
          </a:prstGeom>
          <a:solidFill>
            <a:srgbClr val="0F6E56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0"/>
            <a:ext cx="438912" cy="54864"/>
          </a:xfrm>
          <a:prstGeom prst="rect">
            <a:avLst/>
          </a:prstGeom>
          <a:solidFill>
            <a:srgbClr val="854F0B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5088636"/>
            <a:ext cx="438912" cy="54864"/>
          </a:xfrm>
          <a:prstGeom prst="rect">
            <a:avLst/>
          </a:prstGeom>
          <a:solidFill>
            <a:srgbClr val="854F0B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0"/>
            <a:ext cx="438912" cy="54864"/>
          </a:xfrm>
          <a:prstGeom prst="rect">
            <a:avLst/>
          </a:prstGeom>
          <a:solidFill>
            <a:srgbClr val="993C1D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5088636"/>
            <a:ext cx="438912" cy="54864"/>
          </a:xfrm>
          <a:prstGeom prst="rect">
            <a:avLst/>
          </a:prstGeom>
          <a:solidFill>
            <a:srgbClr val="993C1D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0"/>
            <a:ext cx="438912" cy="54864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5088636"/>
            <a:ext cx="438912" cy="54864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0"/>
            <a:ext cx="438912" cy="54864"/>
          </a:xfrm>
          <a:prstGeom prst="rect">
            <a:avLst/>
          </a:prstGeom>
          <a:solidFill>
            <a:srgbClr val="0F6E56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5088636"/>
            <a:ext cx="438912" cy="54864"/>
          </a:xfrm>
          <a:prstGeom prst="rect">
            <a:avLst/>
          </a:prstGeom>
          <a:solidFill>
            <a:srgbClr val="0F6E56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0"/>
            <a:ext cx="438912" cy="54864"/>
          </a:xfrm>
          <a:prstGeom prst="rect">
            <a:avLst/>
          </a:prstGeom>
          <a:solidFill>
            <a:srgbClr val="854F0B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5088636"/>
            <a:ext cx="438912" cy="54864"/>
          </a:xfrm>
          <a:prstGeom prst="rect">
            <a:avLst/>
          </a:prstGeom>
          <a:solidFill>
            <a:srgbClr val="854F0B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0"/>
            <a:ext cx="438912" cy="54864"/>
          </a:xfrm>
          <a:prstGeom prst="rect">
            <a:avLst/>
          </a:prstGeom>
          <a:solidFill>
            <a:srgbClr val="993C1D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5088636"/>
            <a:ext cx="438912" cy="54864"/>
          </a:xfrm>
          <a:prstGeom prst="rect">
            <a:avLst/>
          </a:prstGeom>
          <a:solidFill>
            <a:srgbClr val="993C1D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0"/>
            <a:ext cx="438912" cy="54864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5088636"/>
            <a:ext cx="438912" cy="54864"/>
          </a:xfrm>
          <a:prstGeom prst="rect">
            <a:avLst/>
          </a:prstGeom>
          <a:solidFill>
            <a:srgbClr val="534AB7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0"/>
            <a:ext cx="438912" cy="54864"/>
          </a:xfrm>
          <a:prstGeom prst="rect">
            <a:avLst/>
          </a:prstGeom>
          <a:solidFill>
            <a:srgbClr val="0F6E56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0" y="5088636"/>
            <a:ext cx="438912" cy="54864"/>
          </a:xfrm>
          <a:prstGeom prst="rect">
            <a:avLst/>
          </a:prstGeom>
          <a:solidFill>
            <a:srgbClr val="0F6E56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0"/>
            <a:ext cx="438912" cy="54864"/>
          </a:xfrm>
          <a:prstGeom prst="rect">
            <a:avLst/>
          </a:prstGeom>
          <a:solidFill>
            <a:srgbClr val="854F0B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5088636"/>
            <a:ext cx="438912" cy="54864"/>
          </a:xfrm>
          <a:prstGeom prst="rect">
            <a:avLst/>
          </a:prstGeom>
          <a:solidFill>
            <a:srgbClr val="854F0B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0" y="0"/>
            <a:ext cx="438912" cy="54864"/>
          </a:xfrm>
          <a:prstGeom prst="rect">
            <a:avLst/>
          </a:prstGeom>
          <a:solidFill>
            <a:srgbClr val="993C1D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0" y="5088636"/>
            <a:ext cx="438912" cy="54864"/>
          </a:xfrm>
          <a:prstGeom prst="rect">
            <a:avLst/>
          </a:prstGeom>
          <a:solidFill>
            <a:srgbClr val="993C1D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</a:t>
            </a:r>
            <a:endParaRPr lang="en-US" sz="5200" dirty="0"/>
          </a:p>
        </p:txBody>
      </p:sp>
      <p:sp>
        <p:nvSpPr>
          <p:cNvPr id="43" name="Text 41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개발을 시작할 시간!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2286000" y="2423160"/>
            <a:ext cx="45720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548640" y="27432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534AB7">
              <a:alpha val="22000"/>
            </a:srgbClr>
          </a:solidFill>
          <a:ln w="1905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2834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548640" y="3456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화면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606040" y="27432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F6E56">
              <a:alpha val="22000"/>
            </a:srgbClr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06040" y="2834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2606040" y="3456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주차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663440" y="27432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854F0B">
              <a:alpha val="22000"/>
            </a:srgbClr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2834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4663440" y="3456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기반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720840" y="27432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993C1D">
              <a:alpha val="22000"/>
            </a:srgbClr>
          </a:solidFill>
          <a:ln w="19050">
            <a:solidFill>
              <a:srgbClr val="993C1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0840" y="2834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6720840" y="3456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추억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추억의 오락실 4분할 웹 기획서</dc:title>
  <dc:subject>PptxGenJS Presentation</dc:subject>
  <dc:creator>PptxGenJS</dc:creator>
  <cp:lastModifiedBy>PptxGenJS</cp:lastModifiedBy>
  <cp:revision>1</cp:revision>
  <dcterms:created xsi:type="dcterms:W3CDTF">2026-06-15T08:02:09Z</dcterms:created>
  <dcterms:modified xsi:type="dcterms:W3CDTF">2026-06-15T08:02:09Z</dcterms:modified>
</cp:coreProperties>
</file>